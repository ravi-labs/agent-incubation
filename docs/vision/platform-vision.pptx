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A0B0"/>
                </a:solidFill>
              </a:rPr>
              <a:t>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Incubation Platform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path from agent idea to production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developers, operated by the business.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Ravichandran Kanakasikamani  ·  Empower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15200" y="10972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can't safely deploy AI agents at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91440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governed path to production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built ad-hoc, deployed without policy review, and have no audit trail. One mistake damages trust across the enterprise.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554480"/>
            <a:ext cx="91440" cy="3108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7830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measure before go-live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8328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can't tell if an agent is performing well until it's already in production and causing problems. There's no safe testing ground.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55448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554480"/>
            <a:ext cx="91440" cy="3108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can't adopt safely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283464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 have no way to test, configure, or trust an agent. They either avoid AI entirely or use it ungoverned.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THE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platform: developers build, business users adopt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374904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A0B0"/>
                </a:solidFill>
              </a:rPr>
              <a:t>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Publish · Monitor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agent with typed effect governance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626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with manifest + policy declared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49300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4381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confidence thresholds per effect type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6849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13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quality gates and iterate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788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→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069080" y="3291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Incubation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Platform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1463040"/>
            <a:ext cx="3749040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5780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F4F7"/>
                </a:solidFill>
              </a:rPr>
              <a:t>BUSINESS USER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5780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· Pilot · Adopt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257800" y="2542032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2487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agents in plain English — no 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3017520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29626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via form: inbox, thresholds, escalation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57800" y="3493008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34381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pilot — see what the agent does before it acts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0" y="3968496"/>
            <a:ext cx="201168" cy="20116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3913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based on trust, not hope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AUTONOMY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earns autonomy — per agent, per action type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011680" cy="3246120"/>
          </a:xfrm>
          <a:prstGeom prst="rect">
            <a:avLst/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011680" cy="5029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63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Shadow Mode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9768" y="28803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only — logs what it would do. Zero execution.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" y="4297680"/>
            <a:ext cx="1810512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33425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" y="43159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Safe stop anytime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496312" y="1463040"/>
            <a:ext cx="2011680" cy="3246120"/>
          </a:xfrm>
          <a:prstGeom prst="rect">
            <a:avLst/>
          </a:prstGeom>
          <a:solidFill>
            <a:srgbClr val="FFF8E6"/>
          </a:solidFill>
          <a:ln w="12700">
            <a:solidFill>
              <a:srgbClr val="FFF8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96312" y="1463040"/>
            <a:ext cx="20116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606040" y="1463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97180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 in the Loop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1031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06040" y="28803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every action. Human approves before anything executes.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606040" y="4297680"/>
            <a:ext cx="1810512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4334256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880360" y="43159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Safe stop anytime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72584" y="1463040"/>
            <a:ext cx="2011680" cy="3246120"/>
          </a:xfrm>
          <a:prstGeom prst="rect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72584" y="14630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782312" y="1463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L3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148072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Confidence-Based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2103120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82312" y="28803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autonomously above threshold. ASK when uncertain.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82312" y="4297680"/>
            <a:ext cx="1810512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334256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056632" y="43159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Kill switch active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848856" y="1463040"/>
            <a:ext cx="2011680" cy="3246120"/>
          </a:xfrm>
          <a:prstGeom prst="rect">
            <a:avLst/>
          </a:prstGeom>
          <a:solidFill>
            <a:srgbClr val="E6FFF5"/>
          </a:solidFill>
          <a:ln w="12700">
            <a:solidFill>
              <a:srgbClr val="E6FF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848856" y="1463040"/>
            <a:ext cx="20116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958584" y="1463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L4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324344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Human on the Loop</a:t>
            </a:r>
            <a:endParaRPr lang="en-US" sz="11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2103120"/>
            <a:ext cx="640080" cy="6400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958584" y="288036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autonomy. Humans monitor, anomaly alerts, kill switches.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6958584" y="4297680"/>
            <a:ext cx="1810512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4304" y="4334256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232904" y="43159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Kill switch active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2340864" y="283464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Text 32"/>
          <p:cNvSpPr/>
          <p:nvPr/>
        </p:nvSpPr>
        <p:spPr>
          <a:xfrm>
            <a:off x="4517136" y="283464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6693408" y="2834640"/>
            <a:ext cx="155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Agent builders promote based on quality gates  ·  Auto-demotion on anomaly or kill switch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INCUBATION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gates from concept to full deployment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325880" cy="10058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Scope + manifest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27048" y="16642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560320"/>
            <a:ext cx="123444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Business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1417320"/>
            <a:ext cx="132588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91640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Policy + effects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90088" y="16642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37360" y="2560320"/>
            <a:ext cx="123444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Developer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54680" y="1417320"/>
            <a:ext cx="132588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468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Agent coded + tested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53128" y="16642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2560320"/>
            <a:ext cx="123444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Developer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1417320"/>
            <a:ext cx="132588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1772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Harness + metrics gate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16168" y="16642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2560320"/>
            <a:ext cx="123444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Both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1417320"/>
            <a:ext cx="132588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076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Compliance sign-off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79208" y="166420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2560320"/>
            <a:ext cx="123444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EA / Risk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43800" y="1417320"/>
            <a:ext cx="13258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4380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43800" y="19202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Production live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89520" y="2560320"/>
            <a:ext cx="123444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60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Ops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62856" y="1362456"/>
            <a:ext cx="1435608" cy="11155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44568" y="2999232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↑  Quality gate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Autonomy level set here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Business user pilots here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3931920"/>
            <a:ext cx="40690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319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Developer track — agent code, manifest, policy, typed effects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89120" y="3931920"/>
            <a:ext cx="452628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0" y="3931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Business track — pilot configuration, metrics review, adoption decision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GOVERNANCE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agent-foundry — built, tested, differentiated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5087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Effect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205740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declared as a typed domain effect before execution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39696" y="19659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50592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5087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05740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rules: ALLOW / ASK / DENY per effect type and metadata 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5968" y="19659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26864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15087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05740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gate: manifest check, rate limit, circuit breaker, hard deny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03136" y="14173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04304" y="150876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04304" y="2057400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with intent, outcome, and policy version — compliance-ready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" y="1408176"/>
            <a:ext cx="128016" cy="1572768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41448" y="1408176"/>
            <a:ext cx="128016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408176"/>
            <a:ext cx="128016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1408176"/>
            <a:ext cx="128016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Domain Taxonomies — already built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284 tests passing  ·  production-ready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1920240" cy="12344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36576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" y="41148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SR 11-7 · fiduciary · retirement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50592" y="3566160"/>
            <a:ext cx="192024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60320" y="36576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60320" y="41148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HIPAA · care coordination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3566160"/>
            <a:ext cx="192024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36592" y="36576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Legal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36592" y="41148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UPL · privilege · contracts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03136" y="3566160"/>
            <a:ext cx="192024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12864" y="36576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ITSM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12864" y="4114800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Email triage · ticketing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FIRST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 Agent — Outlook → Pega / ServiceNow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1463040" cy="4572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904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011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Email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47472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Outlook / M365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Graph API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09928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993392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93392" y="1463040"/>
            <a:ext cx="14630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4904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66544" y="2011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 Score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066544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Intent · Priority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Sentiment · Lang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2900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712464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12464" y="1463040"/>
            <a:ext cx="14630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49047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5616" y="2011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Knowledge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785616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Pega Knowledge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Buddy (RAG)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148072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5431536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31536" y="1463040"/>
            <a:ext cx="14630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49047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04688" y="2011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Ticket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504688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Fields · Category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KB context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867144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7150608" y="1463040"/>
            <a:ext cx="1463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50608" y="1463040"/>
            <a:ext cx="14630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1490472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201168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7223760" y="2468880"/>
            <a:ext cx="1335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Pega Case Mgmt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or ServiceNow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47472" y="3794760"/>
            <a:ext cx="1335024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47472" y="3794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L4 Auto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2066544" y="3794760"/>
            <a:ext cx="1335024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2066544" y="3794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L4 Auto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3785616" y="3794760"/>
            <a:ext cx="1335024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785616" y="3794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L4 Auto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504688" y="3794760"/>
            <a:ext cx="1335024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504688" y="3794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L4 Auto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7223760" y="3794760"/>
            <a:ext cx="1335024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223760" y="37947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L2 ASK (P1/P2)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L3 Auto (P3/P4)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28090"/>
                </a:solidFill>
              </a:rPr>
              <a:t>Portability: swap Pega or ServiceNow instance via 3 environment variables — zero code changes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WHY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delivers the full pipeline + domain governance</a:t>
            </a:r>
            <a:endParaRPr lang="en-US" sz="1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503920" cy="301752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234440"/>
                <a:gridCol w="141732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LLM Orchestration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Typed Governance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Incubation Pipeline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Business User Layer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Our Domain Lock-in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Copilot Studio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Bedrock AgentCore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 Cedar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LangSmith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~ 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Azure AI Foundry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</a:rPr>
                        <a:t>agent-foundry 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~ + LangGraph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886200"/>
            <a:ext cx="8503920" cy="91440"/>
          </a:xfrm>
          <a:prstGeom prst="rect">
            <a:avLst/>
          </a:prstGeom>
          <a:solidFill>
            <a:srgbClr val="E8ECF5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069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✦  agent-foundry governance engine is already built and tested. What remains is the platform shell and connectors.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The typed domain taxonomy for Financial, Healthcare, Legal, and ITSM is specific to our regulated context — no off-the-shelf platform can replicate this.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A0B0"/>
                </a:solidFill>
              </a:rPr>
              <a:t>WHAT WE'RE BUILDING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focused workstreams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333756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Layer in agent-foundry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334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AutonomyLevel as first-class concept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145536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0896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Shadow mode gateway sink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621024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844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Confidence score → policy condition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109728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599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Auto-demotion triggers + kill switch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1463040"/>
            <a:ext cx="2651760" cy="333756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463040"/>
            <a:ext cx="265176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600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832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Triage Agent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2670048"/>
            <a:ext cx="10972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6334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Outlook connector (MS Graph API)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3145536"/>
            <a:ext cx="10972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10896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Pega Case + ServiceNow connectors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621024"/>
            <a:ext cx="10972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5844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LangGraph for LLM orchestration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4096512"/>
            <a:ext cx="10972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0599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Portability via env-var config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1463040"/>
            <a:ext cx="2651760" cy="3337560"/>
          </a:xfrm>
          <a:prstGeom prst="rect">
            <a:avLst/>
          </a:prstGeom>
          <a:solidFill>
            <a:srgbClr val="2A3580"/>
          </a:solidFill>
          <a:ln w="12700">
            <a:solidFill>
              <a:srgbClr val="2A35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463040"/>
            <a:ext cx="265176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600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636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Incubation 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2670048"/>
            <a:ext cx="10972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63347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Developer portal — publish + monitor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3145536"/>
            <a:ext cx="10972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10896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Business portal — pilot + configure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3640" y="3621024"/>
            <a:ext cx="10972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5844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Metrics gates + promotion workflow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096512"/>
            <a:ext cx="10972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405993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Live decision feed + kill switches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Incubation Platform</dc:title>
  <dc:subject>PptxGenJS Presentation</dc:subject>
  <dc:creator>Ravichandran Kanakasikamani</dc:creator>
  <cp:lastModifiedBy>Ravichandran Kanakasikamani</cp:lastModifiedBy>
  <cp:revision>1</cp:revision>
  <dcterms:created xsi:type="dcterms:W3CDTF">2026-04-24T13:50:30Z</dcterms:created>
  <dcterms:modified xsi:type="dcterms:W3CDTF">2026-04-24T13:50:30Z</dcterms:modified>
</cp:coreProperties>
</file>